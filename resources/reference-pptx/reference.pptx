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/C:\projects\QuartoGost\resources\assets\images\logo.emf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file:///C:\projects\QuartoGost\resources\assets\images\logo.emf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79457-3354-2913-91D9-6F698CD27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F1E7A7-69E2-A2BA-5372-4755E8089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B81F87-985E-B811-4750-651E2DEC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</a:lstStyle>
          <a:p>
            <a:pPr algn="ctr"/>
            <a:fld id="{4F720D42-588D-4D2E-B226-5BE9AB8E0976}" type="datetimeFigureOut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501AF9-C019-E812-73FB-DD8BC7876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812E4E-A38E-E98F-0FBD-235B9FE6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</a:lstStyle>
          <a:p>
            <a:pPr algn="ctr"/>
            <a:fld id="{0C192621-0AC7-4CD3-AE5A-F7E3D4D12300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99E65C-4112-10C2-F3D3-C4B0FAB232B4}"/>
              </a:ext>
            </a:extLst>
          </p:cNvPr>
          <p:cNvPicPr>
            <a:picLocks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457200" y="304800"/>
            <a:ext cx="965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4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D8C5-6758-F0EC-99B9-396626CB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54000"/>
            <a:ext cx="11125200" cy="457200"/>
          </a:xfrm>
        </p:spPr>
        <p:txBody>
          <a:bodyPr/>
          <a:lstStyle>
            <a:lvl1pPr>
              <a:defRPr sz="2200" b="1">
                <a:solidFill>
                  <a:srgbClr val="194A80"/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10B691-A949-8B69-F336-7B62A9A9D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1pPr>
            <a:lvl2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2pPr>
            <a:lvl3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3pPr>
            <a:lvl4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4pPr>
            <a:lvl5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5F5EB9-F523-9138-0B48-772C1B5E6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4F720D42-588D-4D2E-B226-5BE9AB8E0976}" type="datetimeFigureOut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882DE3-437D-61E2-FD84-E2666715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B4A124-8605-2337-BB6B-61172671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0C192621-0AC7-4CD3-AE5A-F7E3D4D123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19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3A26C4-60D8-9784-02E4-27E058A896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83EB4-06CF-725E-9B3E-6781ECEFC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235200"/>
            <a:ext cx="9753600" cy="1219200"/>
          </a:xfrm>
        </p:spPr>
        <p:txBody>
          <a:bodyPr anchor="b"/>
          <a:lstStyle>
            <a:lvl1pPr algn="ctr">
              <a:defRPr sz="2800" b="1">
                <a:solidFill>
                  <a:srgbClr val="194A80"/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49AC75-DD04-2F21-C17E-83FB6CBF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038A33-BCEC-DF31-65CF-3F5FDD1A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</a:lstStyle>
          <a:p>
            <a:fld id="{4F720D42-588D-4D2E-B226-5BE9AB8E0976}" type="datetimeFigureOut">
              <a:rPr lang="ru-RU" smtClean="0"/>
              <a:pPr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576CAA-942B-9FB4-6D90-AF5AB3BB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83EA75-69A9-3AD5-AFFC-A2A6107F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404040"/>
                </a:solidFill>
                <a:latin typeface="Calibri" panose="020F0502020204030204" pitchFamily="34" charset="0"/>
              </a:defRPr>
            </a:lvl1pPr>
          </a:lstStyle>
          <a:p>
            <a:fld id="{0C192621-0AC7-4CD3-AE5A-F7E3D4D12300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F61CFC8-B012-CE82-00D3-18CEDEF24209}"/>
              </a:ext>
            </a:extLst>
          </p:cNvPr>
          <p:cNvPicPr>
            <a:picLocks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457200" y="304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0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1A348-91D9-645D-2E25-51855C4E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3D89FA-2098-0301-CEF8-0A2F7B9E9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2BDA7D-BC7D-05E3-4A44-C5FF46194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8A0528-C2F7-442B-AA2B-A309B446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63FFEB-4675-51E2-9C13-9A0DD760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C6AB2D-4F14-699C-2C12-35C8C9D0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47142-FFE8-46FB-4135-805035E2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12F4D3-175F-7C0B-971A-3DBA1A9C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C6E4F6-3DBF-F24A-5439-E97D84BE4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35514C1-76C7-A76B-62A7-F4B335D02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FA805D-0339-3A26-6D7E-AFF44AC01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1EF3E0C-C5C3-0AC4-235D-6987B453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F73631-738E-CE48-612C-473E6666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8B8083-6A0D-F2ED-3439-E5D27234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6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2D264-9000-6A7A-D41A-500A01784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4800"/>
            <a:ext cx="11125200" cy="558800"/>
          </a:xfrm>
        </p:spPr>
        <p:txBody>
          <a:bodyPr/>
          <a:lstStyle>
            <a:lvl1pPr>
              <a:defRPr sz="2200" b="1">
                <a:solidFill>
                  <a:srgbClr val="194A80"/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67DE82-C294-4B05-B244-0995CC5F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4F720D42-588D-4D2E-B226-5BE9AB8E0976}" type="datetimeFigureOut">
              <a:rPr lang="ru-RU" smtClean="0"/>
              <a:pPr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1B6122-D303-91D5-A559-D14AE04A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9A5B45-A64B-FBF5-7ECC-79C5B628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0C192621-0AC7-4CD3-AE5A-F7E3D4D1230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07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B4721CE-D288-D1C3-5C8E-454F058B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309752-CB16-3AF1-3411-709F8E89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169571-9452-01AC-6BC3-004639CF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06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0B2FF-5313-B49D-B2E1-AAB7B39D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A6DFF9-790E-FEC3-400E-39879E9DF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AABEEC-3495-A99C-5ECE-C96D820CB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F258A-1F87-6FAE-E09D-8CC8B42B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EBF7A7-57C4-A2C9-9A7A-7EE52551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FF52D6-8958-B032-DC21-2C94DC57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08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56CF2-BAA0-0F57-8DCA-9FA4EB99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DE273B-7E50-6C19-E895-5CFE1FDB7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FEDD4A-AEDF-E174-563E-15BF01DCD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58E13B-6F11-B8AD-2BAA-371DC1D0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5745D7-FA1F-806E-0BC6-D494D6E6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393BCC-15D4-21EB-5126-48589BD1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47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3F7AA-709E-2A84-BC48-1A558EB3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089F1D-578C-43C5-8075-C4C44065B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A2C673-A408-C39A-8C8C-065C5297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3E5F6A-16FF-9616-681D-4C6A08C3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09C043-7CE7-409E-CD2C-2F290785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19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B5B2A3-DB04-5778-30D7-E101F4DAC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0BD8F6-7483-2E1E-0DFB-55F353A98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5919D1-47F1-C01D-BDC2-5CEC7FD7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669920-3C30-6E60-34C8-1E3075D7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6301EC-F1A1-104E-46B6-12C66918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40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C0D79-EA44-1C3C-1F41-857B3C88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BDD7F8-9BF1-3F1B-C2E4-5D249E3D8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D0B121-0FCC-C1E1-3491-88F8AC023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20D42-588D-4D2E-B226-5BE9AB8E097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21A5B2-17C0-2EB5-E9A1-7D4AD9A5B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Dissertation presentation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0710D5-8CA0-9157-377F-B56C6AB48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92621-0AC7-4CD3-AE5A-F7E3D4D12300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B6CA3F4-9262-5F63-BEF0-B036D04A709B}"/>
              </a:ext>
            </a:extLst>
          </p:cNvPr>
          <p:cNvCxnSpPr/>
          <p:nvPr userDrawn="1"/>
        </p:nvCxnSpPr>
        <p:spPr>
          <a:xfrm>
            <a:off x="457200" y="6400800"/>
            <a:ext cx="11277600" cy="0"/>
          </a:xfrm>
          <a:prstGeom prst="line">
            <a:avLst/>
          </a:prstGeom>
          <a:ln w="15875">
            <a:solidFill>
              <a:srgbClr val="19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1044D3-F1E1-3B5A-E039-8B8501616720}"/>
              </a:ext>
            </a:extLst>
          </p:cNvPr>
          <p:cNvSpPr txBox="1"/>
          <p:nvPr userDrawn="1"/>
        </p:nvSpPr>
        <p:spPr>
          <a:xfrm>
            <a:off x="457200" y="6451600"/>
            <a:ext cx="635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194A80"/>
                </a:solidFill>
                <a:latin typeface="Calibri" panose="020F0502020204030204" pitchFamily="34" charset="0"/>
              </a:rPr>
              <a:t>QuartoGost / dissertation presentation</a:t>
            </a:r>
            <a:endParaRPr lang="ru-RU" sz="1000">
              <a:solidFill>
                <a:srgbClr val="194A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0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5" baseType="lpstr">
      <vt:lpstr>Aptos</vt:lpstr>
      <vt:lpstr>Aptos Display</vt:lpstr>
      <vt:lpstr>Arial</vt:lpstr>
      <vt:lpstr>Calibri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2026-04-02T14:04:42Z</dcterms:created>
  <dcterms:modified xsi:type="dcterms:W3CDTF">2026-04-02T14:04:42Z</dcterms:modified>
</cp:coreProperties>
</file>